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498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EAB3D-8BCE-4AB6-8846-57FDB882BF3C}" type="datetimeFigureOut">
              <a:rPr lang="ko-KR" altLang="en-US" smtClean="0"/>
              <a:pPr/>
              <a:t>2026-06-03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4B69B-25A3-4E90-8A5B-A8F04730DFD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EAB3D-8BCE-4AB6-8846-57FDB882BF3C}" type="datetimeFigureOut">
              <a:rPr lang="ko-KR" altLang="en-US" smtClean="0"/>
              <a:pPr/>
              <a:t>2026-06-03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4B69B-25A3-4E90-8A5B-A8F04730DFD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EAB3D-8BCE-4AB6-8846-57FDB882BF3C}" type="datetimeFigureOut">
              <a:rPr lang="ko-KR" altLang="en-US" smtClean="0"/>
              <a:pPr/>
              <a:t>2026-06-03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4B69B-25A3-4E90-8A5B-A8F04730DFD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EAB3D-8BCE-4AB6-8846-57FDB882BF3C}" type="datetimeFigureOut">
              <a:rPr lang="ko-KR" altLang="en-US" smtClean="0"/>
              <a:pPr/>
              <a:t>2026-06-03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4B69B-25A3-4E90-8A5B-A8F04730DFD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EAB3D-8BCE-4AB6-8846-57FDB882BF3C}" type="datetimeFigureOut">
              <a:rPr lang="ko-KR" altLang="en-US" smtClean="0"/>
              <a:pPr/>
              <a:t>2026-06-03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4B69B-25A3-4E90-8A5B-A8F04730DFD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EAB3D-8BCE-4AB6-8846-57FDB882BF3C}" type="datetimeFigureOut">
              <a:rPr lang="ko-KR" altLang="en-US" smtClean="0"/>
              <a:pPr/>
              <a:t>2026-06-03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4B69B-25A3-4E90-8A5B-A8F04730DFD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EAB3D-8BCE-4AB6-8846-57FDB882BF3C}" type="datetimeFigureOut">
              <a:rPr lang="ko-KR" altLang="en-US" smtClean="0"/>
              <a:pPr/>
              <a:t>2026-06-03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4B69B-25A3-4E90-8A5B-A8F04730DFD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EAB3D-8BCE-4AB6-8846-57FDB882BF3C}" type="datetimeFigureOut">
              <a:rPr lang="ko-KR" altLang="en-US" smtClean="0"/>
              <a:pPr/>
              <a:t>2026-06-03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4B69B-25A3-4E90-8A5B-A8F04730DFD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EAB3D-8BCE-4AB6-8846-57FDB882BF3C}" type="datetimeFigureOut">
              <a:rPr lang="ko-KR" altLang="en-US" smtClean="0"/>
              <a:pPr/>
              <a:t>2026-06-03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4B69B-25A3-4E90-8A5B-A8F04730DFD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EAB3D-8BCE-4AB6-8846-57FDB882BF3C}" type="datetimeFigureOut">
              <a:rPr lang="ko-KR" altLang="en-US" smtClean="0"/>
              <a:pPr/>
              <a:t>2026-06-03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4B69B-25A3-4E90-8A5B-A8F04730DFD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EAB3D-8BCE-4AB6-8846-57FDB882BF3C}" type="datetimeFigureOut">
              <a:rPr lang="ko-KR" altLang="en-US" smtClean="0"/>
              <a:pPr/>
              <a:t>2026-06-03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4B69B-25A3-4E90-8A5B-A8F04730DFD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AEAB3D-8BCE-4AB6-8846-57FDB882BF3C}" type="datetimeFigureOut">
              <a:rPr lang="ko-KR" altLang="en-US" smtClean="0"/>
              <a:pPr/>
              <a:t>2026-06-03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94B69B-25A3-4E90-8A5B-A8F04730DFD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250825" y="549275"/>
            <a:ext cx="8713788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/>
          <p:cNvCxnSpPr/>
          <p:nvPr/>
        </p:nvCxnSpPr>
        <p:spPr>
          <a:xfrm>
            <a:off x="179388" y="6308725"/>
            <a:ext cx="8713787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10" descr="회사로고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67613" y="6365875"/>
            <a:ext cx="1325562" cy="265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95288" y="620713"/>
            <a:ext cx="3541712" cy="240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latinLnBrk="0">
              <a:lnSpc>
                <a:spcPct val="130000"/>
              </a:lnSpc>
              <a:spcBef>
                <a:spcPct val="70000"/>
              </a:spcBef>
            </a:pPr>
            <a:r>
              <a:rPr kumimoji="0" lang="en-US" altLang="ko-KR" sz="1400" dirty="0">
                <a:solidFill>
                  <a:srgbClr val="000000"/>
                </a:solidFill>
                <a:latin typeface="궁서" pitchFamily="18" charset="-127"/>
                <a:ea typeface="궁서" pitchFamily="18" charset="-127"/>
              </a:rPr>
              <a:t>1. </a:t>
            </a:r>
            <a:r>
              <a:rPr kumimoji="0" lang="ko-KR" altLang="en-US" sz="1400" dirty="0" err="1" smtClean="0">
                <a:solidFill>
                  <a:srgbClr val="000000"/>
                </a:solidFill>
                <a:latin typeface="궁서" pitchFamily="18" charset="-127"/>
                <a:ea typeface="궁서" pitchFamily="18" charset="-127"/>
              </a:rPr>
              <a:t>온습도센서</a:t>
            </a:r>
            <a:r>
              <a:rPr kumimoji="0" lang="ko-KR" altLang="en-US" sz="1400" dirty="0" smtClean="0">
                <a:solidFill>
                  <a:srgbClr val="000000"/>
                </a:solidFill>
                <a:latin typeface="궁서" pitchFamily="18" charset="-127"/>
                <a:ea typeface="궁서" pitchFamily="18" charset="-127"/>
              </a:rPr>
              <a:t> 모드버스</a:t>
            </a:r>
            <a:endParaRPr kumimoji="0" lang="ko-KR" altLang="en-US" sz="1400" dirty="0">
              <a:solidFill>
                <a:srgbClr val="000000"/>
              </a:solidFill>
              <a:latin typeface="궁서" pitchFamily="18" charset="-127"/>
              <a:ea typeface="궁서" pitchFamily="18" charset="-127"/>
            </a:endParaRPr>
          </a:p>
        </p:txBody>
      </p:sp>
      <p:pic>
        <p:nvPicPr>
          <p:cNvPr id="6" name="그림 5" descr="온습도모드버스프로토콜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10" y="928670"/>
            <a:ext cx="6702762" cy="44793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00100" y="1928802"/>
            <a:ext cx="6643734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[21:59:11.647] : </a:t>
            </a:r>
            <a:r>
              <a:rPr lang="en-US" altLang="ko-KR" sz="1000" dirty="0" err="1" smtClean="0"/>
              <a:t>Recv</a:t>
            </a:r>
            <a:r>
              <a:rPr lang="en-US" altLang="ko-KR" sz="1000" dirty="0" smtClean="0"/>
              <a:t> [8 byte] :  01 04 00 00 00 02 71 CB</a:t>
            </a:r>
          </a:p>
          <a:p>
            <a:r>
              <a:rPr lang="en-US" altLang="ko-KR" sz="1000" dirty="0" smtClean="0"/>
              <a:t>[21:59:11.669] : </a:t>
            </a:r>
            <a:r>
              <a:rPr lang="en-US" altLang="ko-KR" sz="1000" dirty="0" err="1" smtClean="0"/>
              <a:t>Recv</a:t>
            </a:r>
            <a:r>
              <a:rPr lang="en-US" altLang="ko-KR" sz="1000" dirty="0" smtClean="0"/>
              <a:t> [9 byte] :  01 04 04 00 FA 02 08 DB 13</a:t>
            </a:r>
          </a:p>
          <a:p>
            <a:r>
              <a:rPr lang="en-US" altLang="ko-KR" sz="1000" dirty="0" smtClean="0"/>
              <a:t>[21:59:14.702] : </a:t>
            </a:r>
            <a:r>
              <a:rPr lang="en-US" altLang="ko-KR" sz="1000" dirty="0" err="1" smtClean="0"/>
              <a:t>Recv</a:t>
            </a:r>
            <a:r>
              <a:rPr lang="en-US" altLang="ko-KR" sz="1000" dirty="0" smtClean="0"/>
              <a:t> [8 byte] :  02 04 00 00 00 02 71 F8</a:t>
            </a:r>
          </a:p>
          <a:p>
            <a:r>
              <a:rPr lang="en-US" altLang="ko-KR" sz="1000" dirty="0" smtClean="0"/>
              <a:t>[21:59:17.758] : </a:t>
            </a:r>
            <a:r>
              <a:rPr lang="en-US" altLang="ko-KR" sz="1000" dirty="0" err="1" smtClean="0"/>
              <a:t>Recv</a:t>
            </a:r>
            <a:r>
              <a:rPr lang="en-US" altLang="ko-KR" sz="1000" dirty="0" smtClean="0"/>
              <a:t> [8 byte] :  03 04 00 00 00 02 70 29</a:t>
            </a:r>
          </a:p>
          <a:p>
            <a:r>
              <a:rPr lang="en-US" altLang="ko-KR" sz="1000" dirty="0" smtClean="0"/>
              <a:t>[21:59:20.812] : </a:t>
            </a:r>
            <a:r>
              <a:rPr lang="en-US" altLang="ko-KR" sz="1000" dirty="0" err="1" smtClean="0"/>
              <a:t>Recv</a:t>
            </a:r>
            <a:r>
              <a:rPr lang="en-US" altLang="ko-KR" sz="1000" dirty="0" smtClean="0"/>
              <a:t> [8 byte] :  04 04 00 00 00 02 71 9E</a:t>
            </a:r>
          </a:p>
          <a:p>
            <a:endParaRPr lang="en-US" altLang="ko-KR" sz="1000" dirty="0" smtClean="0"/>
          </a:p>
          <a:p>
            <a:r>
              <a:rPr lang="en-US" altLang="ko-KR" sz="1000" dirty="0" smtClean="0"/>
              <a:t>[23:24:37.521] : </a:t>
            </a:r>
            <a:r>
              <a:rPr lang="en-US" altLang="ko-KR" sz="1000" dirty="0" err="1" smtClean="0"/>
              <a:t>Recv</a:t>
            </a:r>
            <a:r>
              <a:rPr lang="en-US" altLang="ko-KR" sz="1000" dirty="0" smtClean="0"/>
              <a:t> [8 byte] :  01 04 00 00 00 02 71 CB</a:t>
            </a:r>
          </a:p>
          <a:p>
            <a:r>
              <a:rPr lang="en-US" altLang="ko-KR" sz="1000" dirty="0" smtClean="0"/>
              <a:t>[23:24:40.577] : </a:t>
            </a:r>
            <a:r>
              <a:rPr lang="en-US" altLang="ko-KR" sz="1000" dirty="0" err="1" smtClean="0"/>
              <a:t>Recv</a:t>
            </a:r>
            <a:r>
              <a:rPr lang="en-US" altLang="ko-KR" sz="1000" dirty="0" smtClean="0"/>
              <a:t> [8 byte] :  02 04 00 00 00 02 71 F8</a:t>
            </a:r>
          </a:p>
          <a:p>
            <a:r>
              <a:rPr lang="en-US" altLang="ko-KR" sz="1000" dirty="0" smtClean="0"/>
              <a:t>[23:24:40.592] : </a:t>
            </a:r>
            <a:r>
              <a:rPr lang="en-US" altLang="ko-KR" sz="1000" dirty="0" err="1" smtClean="0"/>
              <a:t>Recv</a:t>
            </a:r>
            <a:r>
              <a:rPr lang="en-US" altLang="ko-KR" sz="1000" dirty="0" smtClean="0"/>
              <a:t> [9 byte] :  02 04 04 01 F 01 FC F8 AA</a:t>
            </a:r>
          </a:p>
          <a:p>
            <a:r>
              <a:rPr lang="en-US" altLang="ko-KR" sz="1000" dirty="0" smtClean="0"/>
              <a:t>[23:24:43.632] : </a:t>
            </a:r>
            <a:r>
              <a:rPr lang="en-US" altLang="ko-KR" sz="1000" dirty="0" err="1" smtClean="0"/>
              <a:t>Recv</a:t>
            </a:r>
            <a:r>
              <a:rPr lang="en-US" altLang="ko-KR" sz="1000" dirty="0" smtClean="0"/>
              <a:t> [8 byte] :  03 04 00 00 00 02 70 29</a:t>
            </a:r>
          </a:p>
          <a:p>
            <a:r>
              <a:rPr lang="en-US" altLang="ko-KR" sz="1000" dirty="0" smtClean="0"/>
              <a:t>[23:24:46.687] : </a:t>
            </a:r>
            <a:r>
              <a:rPr lang="en-US" altLang="ko-KR" sz="1000" dirty="0" err="1" smtClean="0"/>
              <a:t>Recv</a:t>
            </a:r>
            <a:r>
              <a:rPr lang="en-US" altLang="ko-KR" sz="1000" dirty="0" smtClean="0"/>
              <a:t> [8 byte] :  04 04 00 00 00 02 71 9E</a:t>
            </a:r>
          </a:p>
          <a:p>
            <a:endParaRPr lang="en-US" altLang="ko-KR" sz="1000" dirty="0"/>
          </a:p>
          <a:p>
            <a:r>
              <a:rPr lang="en-US" altLang="ko-KR" sz="1000" dirty="0" smtClean="0"/>
              <a:t>[23:38:25.443] : </a:t>
            </a:r>
            <a:r>
              <a:rPr lang="en-US" altLang="ko-KR" sz="1000" dirty="0" err="1" smtClean="0"/>
              <a:t>Recv</a:t>
            </a:r>
            <a:r>
              <a:rPr lang="en-US" altLang="ko-KR" sz="1000" dirty="0" smtClean="0"/>
              <a:t> [8 byte] :  01 04 00 00 00 02 71 CB</a:t>
            </a:r>
          </a:p>
          <a:p>
            <a:r>
              <a:rPr lang="en-US" altLang="ko-KR" sz="1000" dirty="0" smtClean="0"/>
              <a:t>[23:38:28.500] : </a:t>
            </a:r>
            <a:r>
              <a:rPr lang="en-US" altLang="ko-KR" sz="1000" dirty="0" err="1" smtClean="0"/>
              <a:t>Recv</a:t>
            </a:r>
            <a:r>
              <a:rPr lang="en-US" altLang="ko-KR" sz="1000" dirty="0" smtClean="0"/>
              <a:t> [8 byte] :  02 04 00 00 00 02 71 F8</a:t>
            </a:r>
          </a:p>
          <a:p>
            <a:r>
              <a:rPr lang="en-US" altLang="ko-KR" sz="1000" dirty="0" smtClean="0"/>
              <a:t>[23:38:31.553] : </a:t>
            </a:r>
            <a:r>
              <a:rPr lang="en-US" altLang="ko-KR" sz="1000" dirty="0" err="1" smtClean="0"/>
              <a:t>Recv</a:t>
            </a:r>
            <a:r>
              <a:rPr lang="en-US" altLang="ko-KR" sz="1000" dirty="0" smtClean="0"/>
              <a:t> [8 byte] :  03 04 00 00 00 02 70 29</a:t>
            </a:r>
          </a:p>
          <a:p>
            <a:r>
              <a:rPr lang="en-US" altLang="ko-KR" sz="1000" dirty="0" smtClean="0"/>
              <a:t>[23:38:31.569] : </a:t>
            </a:r>
            <a:r>
              <a:rPr lang="en-US" altLang="ko-KR" sz="1000" dirty="0" err="1" smtClean="0"/>
              <a:t>Recv</a:t>
            </a:r>
            <a:r>
              <a:rPr lang="en-US" altLang="ko-KR" sz="1000" dirty="0" smtClean="0"/>
              <a:t> [9 byte] :  03 04 04 01 16 01 F6 B9 AA</a:t>
            </a:r>
          </a:p>
          <a:p>
            <a:r>
              <a:rPr lang="en-US" altLang="ko-KR" sz="1000" dirty="0" smtClean="0"/>
              <a:t>[23:38:34.609] : </a:t>
            </a:r>
            <a:r>
              <a:rPr lang="en-US" altLang="ko-KR" sz="1000" dirty="0" err="1" smtClean="0"/>
              <a:t>Recv</a:t>
            </a:r>
            <a:r>
              <a:rPr lang="en-US" altLang="ko-KR" sz="1000" dirty="0" smtClean="0"/>
              <a:t> [8 byte] :  04 04 00 00 00 02 71 9E</a:t>
            </a:r>
          </a:p>
          <a:p>
            <a:endParaRPr lang="en-US" altLang="ko-KR" sz="1000" dirty="0"/>
          </a:p>
          <a:p>
            <a:r>
              <a:rPr lang="en-US" altLang="ko-KR" sz="1000" dirty="0" smtClean="0"/>
              <a:t>[23:46:52.474] : </a:t>
            </a:r>
            <a:r>
              <a:rPr lang="en-US" altLang="ko-KR" sz="1000" dirty="0" err="1" smtClean="0"/>
              <a:t>Recv</a:t>
            </a:r>
            <a:r>
              <a:rPr lang="en-US" altLang="ko-KR" sz="1000" dirty="0" smtClean="0"/>
              <a:t> [8 byte] :  01 04 00 00 00 02 71 CB</a:t>
            </a:r>
          </a:p>
          <a:p>
            <a:r>
              <a:rPr lang="en-US" altLang="ko-KR" sz="1000" dirty="0" smtClean="0"/>
              <a:t>[23:46:55.529] : </a:t>
            </a:r>
            <a:r>
              <a:rPr lang="en-US" altLang="ko-KR" sz="1000" dirty="0" err="1" smtClean="0"/>
              <a:t>Recv</a:t>
            </a:r>
            <a:r>
              <a:rPr lang="en-US" altLang="ko-KR" sz="1000" dirty="0" smtClean="0"/>
              <a:t> [8 byte] :  02 04 00 00 00 02 71 F8</a:t>
            </a:r>
          </a:p>
          <a:p>
            <a:r>
              <a:rPr lang="en-US" altLang="ko-KR" sz="1000" dirty="0" smtClean="0"/>
              <a:t>[23:46:58.584] : </a:t>
            </a:r>
            <a:r>
              <a:rPr lang="en-US" altLang="ko-KR" sz="1000" dirty="0" err="1" smtClean="0"/>
              <a:t>Recv</a:t>
            </a:r>
            <a:r>
              <a:rPr lang="en-US" altLang="ko-KR" sz="1000" dirty="0" smtClean="0"/>
              <a:t> [8 byte] :  03 04 00 00 00 02 70 29</a:t>
            </a:r>
          </a:p>
          <a:p>
            <a:r>
              <a:rPr lang="en-US" altLang="ko-KR" sz="1000" dirty="0" smtClean="0"/>
              <a:t>[23:47:01.639] : </a:t>
            </a:r>
            <a:r>
              <a:rPr lang="en-US" altLang="ko-KR" sz="1000" dirty="0" err="1" smtClean="0"/>
              <a:t>Recv</a:t>
            </a:r>
            <a:r>
              <a:rPr lang="en-US" altLang="ko-KR" sz="1000" dirty="0" smtClean="0"/>
              <a:t> [8 byte] :  04 04 00 00 00 02 71 9E</a:t>
            </a:r>
          </a:p>
          <a:p>
            <a:r>
              <a:rPr lang="en-US" altLang="ko-KR" sz="1000" dirty="0" smtClean="0"/>
              <a:t>[23:47:01.661] : </a:t>
            </a:r>
            <a:r>
              <a:rPr lang="en-US" altLang="ko-KR" sz="1000" dirty="0" err="1" smtClean="0"/>
              <a:t>Recv</a:t>
            </a:r>
            <a:r>
              <a:rPr lang="en-US" altLang="ko-KR" sz="1000" dirty="0" smtClean="0"/>
              <a:t> [9 byte] :  04 04 04 01 14 02 00 EE 1C</a:t>
            </a:r>
          </a:p>
          <a:p>
            <a:endParaRPr lang="en-US" altLang="ko-KR" sz="1000" dirty="0" smtClean="0"/>
          </a:p>
          <a:p>
            <a:endParaRPr lang="ko-KR" altLang="en-US" sz="1000" dirty="0"/>
          </a:p>
        </p:txBody>
      </p:sp>
      <p:sp>
        <p:nvSpPr>
          <p:cNvPr id="5" name="TextBox 4"/>
          <p:cNvSpPr txBox="1"/>
          <p:nvPr/>
        </p:nvSpPr>
        <p:spPr>
          <a:xfrm>
            <a:off x="714348" y="1428736"/>
            <a:ext cx="4429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온습도센서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통신데이타</a:t>
            </a:r>
            <a:endParaRPr lang="ko-KR" altLang="en-US" dirty="0"/>
          </a:p>
        </p:txBody>
      </p:sp>
      <p:cxnSp>
        <p:nvCxnSpPr>
          <p:cNvPr id="6" name="직선 연결선 5"/>
          <p:cNvCxnSpPr/>
          <p:nvPr/>
        </p:nvCxnSpPr>
        <p:spPr>
          <a:xfrm>
            <a:off x="250825" y="549275"/>
            <a:ext cx="8713788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179388" y="6308725"/>
            <a:ext cx="8713787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10" descr="회사로고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67613" y="6365875"/>
            <a:ext cx="1325562" cy="265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온습도센서모드버스_DATA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10" y="571480"/>
            <a:ext cx="6096000" cy="4019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29454" y="2571744"/>
            <a:ext cx="12144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0</a:t>
            </a:r>
            <a:r>
              <a:rPr lang="ko-KR" altLang="en-US" sz="1000" dirty="0" err="1" smtClean="0"/>
              <a:t>일때</a:t>
            </a:r>
            <a:r>
              <a:rPr lang="en-US" altLang="ko-KR" sz="1000" dirty="0" smtClean="0"/>
              <a:t>:1 , 1</a:t>
            </a:r>
            <a:r>
              <a:rPr lang="ko-KR" altLang="en-US" sz="1000" dirty="0" err="1" smtClean="0"/>
              <a:t>일때</a:t>
            </a:r>
            <a:r>
              <a:rPr lang="en-US" altLang="ko-KR" sz="1000" dirty="0" smtClean="0"/>
              <a:t>:2</a:t>
            </a:r>
            <a:endParaRPr lang="ko-KR" altLang="en-US" sz="1000" dirty="0"/>
          </a:p>
        </p:txBody>
      </p:sp>
      <p:cxnSp>
        <p:nvCxnSpPr>
          <p:cNvPr id="6" name="직선 연결선 5"/>
          <p:cNvCxnSpPr/>
          <p:nvPr/>
        </p:nvCxnSpPr>
        <p:spPr>
          <a:xfrm>
            <a:off x="250825" y="549275"/>
            <a:ext cx="8713788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179388" y="6308725"/>
            <a:ext cx="8713787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10" descr="회사로고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67613" y="6365875"/>
            <a:ext cx="1325562" cy="265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온습도센서모드버스_통신데이타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962" y="1945462"/>
            <a:ext cx="5934075" cy="3267075"/>
          </a:xfrm>
          <a:prstGeom prst="rect">
            <a:avLst/>
          </a:prstGeom>
        </p:spPr>
      </p:pic>
      <p:cxnSp>
        <p:nvCxnSpPr>
          <p:cNvPr id="3" name="직선 연결선 2"/>
          <p:cNvCxnSpPr/>
          <p:nvPr/>
        </p:nvCxnSpPr>
        <p:spPr>
          <a:xfrm>
            <a:off x="250825" y="549275"/>
            <a:ext cx="8713788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/>
          <p:cNvCxnSpPr/>
          <p:nvPr/>
        </p:nvCxnSpPr>
        <p:spPr>
          <a:xfrm>
            <a:off x="179388" y="6308725"/>
            <a:ext cx="8713787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10" descr="회사로고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67613" y="6365875"/>
            <a:ext cx="1325562" cy="265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온습도센서모드버스_네트워크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762" y="842962"/>
            <a:ext cx="6086475" cy="5172075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250825" y="549275"/>
            <a:ext cx="8713788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>
            <a:off x="179388" y="6308725"/>
            <a:ext cx="8713787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10" descr="회사로고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67613" y="6365875"/>
            <a:ext cx="1325562" cy="265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온습도센서모드버스_환경설정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042" y="1214422"/>
            <a:ext cx="5362575" cy="1685925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250825" y="549275"/>
            <a:ext cx="8713788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>
            <a:off x="179388" y="6308725"/>
            <a:ext cx="8713787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10" descr="회사로고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67613" y="6365875"/>
            <a:ext cx="1325562" cy="265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714348" y="3500438"/>
            <a:ext cx="5500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센서모드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여러센서</a:t>
            </a:r>
            <a:r>
              <a:rPr lang="ko-KR" altLang="en-US" dirty="0" smtClean="0"/>
              <a:t> 중 하나 선택</a:t>
            </a:r>
            <a:endParaRPr lang="en-US" altLang="ko-KR" dirty="0" smtClean="0"/>
          </a:p>
          <a:p>
            <a:r>
              <a:rPr lang="ko-KR" altLang="en-US" dirty="0" smtClean="0"/>
              <a:t>시작번지 </a:t>
            </a:r>
            <a:r>
              <a:rPr lang="en-US" altLang="ko-KR" dirty="0" smtClean="0"/>
              <a:t>: </a:t>
            </a:r>
            <a:r>
              <a:rPr lang="ko-KR" altLang="en-US" dirty="0" smtClean="0"/>
              <a:t>모드버스 시작번지</a:t>
            </a:r>
            <a:r>
              <a:rPr lang="en-US" altLang="ko-KR" dirty="0" smtClean="0"/>
              <a:t>, </a:t>
            </a:r>
            <a:r>
              <a:rPr lang="ko-KR" altLang="en-US" dirty="0" smtClean="0"/>
              <a:t>끝 번지 </a:t>
            </a:r>
            <a:r>
              <a:rPr lang="en-US" altLang="ko-KR" dirty="0" smtClean="0"/>
              <a:t>( </a:t>
            </a:r>
            <a:r>
              <a:rPr lang="ko-KR" altLang="en-US" dirty="0" smtClean="0"/>
              <a:t>최대</a:t>
            </a:r>
            <a:r>
              <a:rPr lang="en-US" altLang="ko-KR" dirty="0" smtClean="0"/>
              <a:t>:8</a:t>
            </a:r>
            <a:r>
              <a:rPr lang="ko-KR" altLang="en-US" dirty="0" smtClean="0"/>
              <a:t>개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398</Words>
  <Application>Microsoft Office PowerPoint</Application>
  <PresentationFormat>화면 슬라이드 쇼(4:3)</PresentationFormat>
  <Paragraphs>28</Paragraphs>
  <Slides>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HP</dc:creator>
  <cp:lastModifiedBy>sangho cho</cp:lastModifiedBy>
  <cp:revision>7</cp:revision>
  <dcterms:created xsi:type="dcterms:W3CDTF">2026-06-02T13:01:38Z</dcterms:created>
  <dcterms:modified xsi:type="dcterms:W3CDTF">2026-06-03T05:11:51Z</dcterms:modified>
</cp:coreProperties>
</file>